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CADENCE FINANCIAL GROUP  |  CASE STUDY 2: TEXT ANALYSIS &amp; PII DETECTION  |  MEMBER 3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04 Reliable Outcomes — Structure Retention &amp;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2179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STRUCTURE-RETENTION EVALUATION (TARGET &gt;= 80%)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58521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05840"/>
                <a:gridCol w="914400"/>
                <a:gridCol w="1005840"/>
              </a:tblGrid>
              <a:tr h="3454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File / Presentation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Retention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Cadence_Financial_Group_Organizational_Pack.pptx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test1_text_boxes_pii.pptx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test2_tables_pii.pptx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test3_grouped_shapes_pii.pptx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test4_image_ocr_pii.pptx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test5_charts_pii.pptx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test6_speaker_notes_pii.pptx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test7_mixed_complex_pii.pptx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132320" y="1463040"/>
            <a:ext cx="4297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60020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EXTRACTION COVERAGE SUMMARY (MEMBER 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96596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• Slides Extracted: 26 / 26 across 8 decks (100% boundary fidelity)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Text Boxes &amp; Titles: 181 discrete blocks parsed &amp; ordered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Tables &amp; Cells: 6 tables parsed into 272 individual 2D cells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Embedded Charts: 3 charts (titles, categories, series extracted)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Speaker Notes: 3 notes blocks isolated with slide provenance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Slide Images &amp; OCR: 12 images routed via pluggable OCR adapter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3657600"/>
            <a:ext cx="42976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379476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DOWNSTREAM PII CLASSIFICATION (MEMBER 4 HAND-OFF)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16052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B45309"/>
                </a:solidFill>
              </a:defRPr>
            </a:pPr>
            <a:r>
              <a:t>• PII Coverage Metric:   PENDING MEMBER 4</a:t>
            </a:r>
          </a:p>
          <a:p>
            <a:pPr>
              <a:defRPr sz="850" b="1">
                <a:solidFill>
                  <a:srgbClr val="B45309"/>
                </a:solidFill>
              </a:defRPr>
            </a:pPr>
            <a:r>
              <a:t>• PII Precision Metric:  PENDING MEMBER 4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Integration Location: outputs/extracted_json/*.json conforms to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  agreed team schema with context_group_id &amp; cell coordinates.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Note: Member 4 owns NER detection &amp; evaluation metrics.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77840"/>
            <a:ext cx="10698480" cy="8686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62356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66534"/>
                </a:solidFill>
              </a:defRPr>
            </a:pPr>
            <a:r>
              <a:t>KEY RESULT: STRUCTURE-RETENTION TARGET &gt;= 80%  --&gt;  100.0% MEASURED ACROSS ALL 8 DECKS  [ PASS ]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PowerPoint content is extracted while preserving slide structure, ordering, tables, grouped relationships, notes, and image text for downstream PII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
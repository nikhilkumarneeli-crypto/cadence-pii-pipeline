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System Architecture - Technical Components &amp; Data Flow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792480">
                <a:tc>
                  <a:txBody>
                    <a:bodyPr/>
                    <a:lstStyle/>
                    <a:p>
                      <a:r>
                        <a:t>Stage /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Technical 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Input -&gt; Output Contract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Security &amp; Traceability Controls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t>1. Ingestion &amp; Router (M1)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DocumentRouter, extension &amp; signature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Raw Artifact -&gt; Format Extractor Dispatch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Rejects corrupt/unsupported files immediately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t>2. Format Extractors (M1-M3)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python-docx, PyMuPDF, pdfplumber, python-pptx, OpenCV+Tesseract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Artifact -&gt; Common Document &amp; TextBlock Schema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Preserves &gt;=80% structure, reading order &amp; OCR confidence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t>3. PII Detection Engine (M4)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Presidio / spaCy NER + Custom Regex + Checksum + Allowlist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TextBlock List -&gt; PIIEntity &amp; PIIFinding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Near-100% recall with context boosting &amp; false-positive filter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t>4. Redaction &amp; Tagging (M5)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PIIRedactor (src/redaction/redactor.py)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Document + PIIEntity -&gt; (List[Redaction], Safe Text)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Sequential tags ([PERSON_01], [SSN_01]) keep meaning for LLM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t>5. Audit Report &amp; UI (M5)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ExposureReporter (report.py) + Streamlit Demo UI (app/demo.py)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Redactions -&gt; Audit Risk Summary + Traceability 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Traceability log stays isolated on-prem; zero raw PII to LLM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Live Walkthrough - End-to-End Redaction &amp; Exposure Audit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Streamlit Gateway (app/demo.py)</a:t>
            </a:r>
          </a:p>
          <a:p>
            <a:r>
              <a:t>1. Upload Evidence Artifacts: Supports multi-file upload of DOCX, Digital/Scanned PDF, and PPTX files.</a:t>
            </a:r>
          </a:p>
          <a:p>
            <a:r>
              <a:t>2. Extracted Text &amp; Highlighted PII: Displays ordered TextBlocks with color-coded PII entity badges.</a:t>
            </a:r>
          </a:p>
          <a:p>
            <a:r>
              <a:t>3. Transparent Tag Redaction: Replaces sensitive values with consistent tags ([EMAIL_01], [PERSON_01], [SSN_01]).</a:t>
            </a:r>
          </a:p>
          <a:p>
            <a:r>
              <a:t>4. Internal Audit Exposure Report (Role 03): Surfaces per-file PII counts by category and overall Risk Level (CRITICAL/HIGH/MEDIUM).</a:t>
            </a:r>
          </a:p>
          <a:p>
            <a:r>
              <a:t>5. Separate Source Traceability Log: Records file, page/slide, block_id, offsets, detector, and confidence score without exposing raw PII to the LLM.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
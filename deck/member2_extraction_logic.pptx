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Extraction Logic - Per-Format Approach &amp; Tool Selection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950976">
                <a:tc>
                  <a:txBody>
                    <a:bodyPr/>
                    <a:lstStyle/>
                    <a:p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Primary Tooling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Elements Extracted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Structure &amp; Context Strategy (&gt;=80%)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Why Chosen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t>Word (DOCX)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python-docx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Headings, paragraphs, lists,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 body XML order + heading level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Native OOXML parsing &amp; merged-cell deduplication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t>PowerPoint (PPTX)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python-pptx + Shared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Text boxes, groups, tables, charts, notes, slide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2D spatial row-banding (top, left) + proximity grouping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Resolves arbitrary Z-order into deterministic reading flow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t>Digital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PyMuPDF (fitz) + pdfplumber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Font-scaled headings, paragraphs, bordered/grid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Table bbox deduplication + column_header cell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High-speed bbox layout + accurate table grid reconstruction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t>Scanned PDF /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OpenCV + Tesseract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Scanned policy pages, stamps, embedded slide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Block/paragraph layout rebuild + word confidence 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offline/private; exposes word-level bbox &amp; confidence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Extraction Logic - Scanned PDF OCR &amp; Quality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Hybrid Page Detection &amp; 300 DPI Rendering (PyMuPDF)</a:t>
            </a:r>
          </a:p>
          <a:p>
            <a:r>
              <a:t>Pages with &lt; 25 native characters are automatically rasterized at 300 DPI and routed to OCR.</a:t>
            </a:r>
          </a:p>
          <a:p>
            <a:r>
              <a:t>2. 3-Stage OpenCV Preprocessing Pipeline (src/extractors/ocr.py): Denoise -&gt; Deskew -&gt; Otsu Binarize.</a:t>
            </a:r>
          </a:p>
          <a:p>
            <a:r>
              <a:t>3. Layout Rebuilder (&gt;= 80% Structure Retention): Reconstructs lines and paragraphs in 2D reading order.</a:t>
            </a:r>
          </a:p>
          <a:p>
            <a:r>
              <a:t>4. Quality Controls &amp; Cross-Module Reuse: Flags any word &lt; 75% confidence (low_confidence_flag=True) and shares ocr_image() with Member 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
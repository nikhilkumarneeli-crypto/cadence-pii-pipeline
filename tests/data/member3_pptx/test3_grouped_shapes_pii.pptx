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Tier 1 Incident Response Squad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371600"/>
            <a:ext cx="4114800" cy="1828800"/>
            <a:chOff x="914400" y="1371600"/>
            <a:chExt cx="4114800" cy="18288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4114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Incident Commander: Hannah Abbasi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14400" y="2011680"/>
              <a:ext cx="4114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Title: Senior Director, Incident Response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14400" y="2651760"/>
              <a:ext cx="41148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Contact: h.abbasi@cadencefg.example | +1 (555) 890-1234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Escalation Hierarchy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371600"/>
            <a:ext cx="5486400" cy="1737360"/>
            <a:chOff x="914400" y="1371600"/>
            <a:chExt cx="5486400" cy="173736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371600"/>
              <a:ext cx="5486400" cy="5486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Lead Analyst: Ian MacIntyre (i.macintyre@cadencefg.example)</a:t>
              </a: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1097280" y="2103120"/>
              <a:ext cx="4572000" cy="1005840"/>
              <a:chOff x="1097280" y="2103120"/>
              <a:chExt cx="4572000" cy="1005840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097280" y="2103120"/>
                <a:ext cx="45720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Deputy Lead: Julia Chen (j.chen@cadencefg.example)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097280" y="2651760"/>
                <a:ext cx="45720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Direct Hotline: +1 (555) 890-4321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
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Vendor Management Directory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r>
                        <a:t>Vendor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Arthur Pendelton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Primary Onboarding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a.pendelton@fintechvendor.example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(555) 789-0123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Beatrice Moreno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Technical Account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b.moreno@cloudresilience.example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(555) 789-0124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Chen Wei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SOC 2 Lead 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w.chen@securityassessors.example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(555) 789-0125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Daria Kowalski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Escalation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d.kowalski@paymentgateway.example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 (555) 789-0126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Internal TPRM Reviewers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7680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94360">
                <a:tc>
                  <a:txBody>
                    <a:bodyPr/>
                    <a:lstStyle/>
                    <a:p>
                      <a:r>
                        <a:t>Reviewer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 Email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Ethan Gallagher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Third-Party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e.gallagher@cadencefg.example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Fatima Al-Mansoor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Information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f.almansoor@cadencefg.example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Gabriel Santos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Legal &amp;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g.santos@cadencefg.example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
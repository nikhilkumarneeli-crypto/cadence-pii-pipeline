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Quarterly Findings Remediation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Open Issues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Critical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11</c:v>
                </c:pt>
                <c:pt idx="2">
                  <c:v>28</c:v>
                </c:pt>
                <c:pt idx="3">
                  <c:v>42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Remediated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Critical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18</c:v>
                </c:pt>
                <c:pt idx="1">
                  <c:v>35</c:v>
                </c:pt>
                <c:pt idx="2">
                  <c:v>60</c:v>
                </c:pt>
                <c:pt idx="3">
                  <c:v>95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Note: Final review conducted by Ursula Klein (u.klein@cadencefg.example, +1 (555) 998-1144). Approval logged in Governance Register.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Integrated TPRM Oversight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Cadence Financial Group - Governance &amp; Third-Party Assurance Program</a:t>
            </a:r>
          </a:p>
          <a:p>
            <a:r>
              <a:t>Executive Contact: Oliver Vance (o.vance@cadencefg.example, +1 (555) 998-1100)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Vendor Assessment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76809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</a:tblGrid>
              <a:tr h="594360">
                <a:tc>
                  <a:txBody>
                    <a:bodyPr/>
                    <a:lstStyle/>
                    <a:p>
                      <a:r>
                        <a:t>Vendor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Relationship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Contact Email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t>CloudStorage Pro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Penelope Cruz-Wood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p.cruzwood@cloudstorage.example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t>SecureAuth IDP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IAM &amp; SSO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Quentin Blake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q.blake@secureauth.example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t>Apex Core Ledger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Core Banking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Rohan Mehta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r.mehta@apexledger.example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Incident Management Cells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914400" y="1371600"/>
            <a:ext cx="4114800" cy="1188720"/>
            <a:chOff x="914400" y="1371600"/>
            <a:chExt cx="4114800" cy="1188720"/>
          </a:xfrm>
        </p:grpSpPr>
        <p:sp>
          <p:nvSpPr>
            <p:cNvPr id="4" name="TextBox 3"/>
            <p:cNvSpPr txBox="1"/>
            <p:nvPr/>
          </p:nvSpPr>
          <p:spPr>
            <a:xfrm>
              <a:off x="914400" y="1371600"/>
              <a:ext cx="4114800" cy="5486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Incident Lead: Samantha Sterling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914400" y="2011680"/>
              <a:ext cx="4114800" cy="5486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Email: s.sterling@cadencefg.example | Mobile: +1 (555) 998-1122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Security Authorization &amp; Credential Verification</a:t>
            </a:r>
          </a:p>
        </p:txBody>
      </p:sp>
      <p:pic>
        <p:nvPicPr>
          <p:cNvPr id="3" name="Picture 2" descr="temp_badge_s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4572000" cy="19594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Risk Metrics &amp; Performance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Governance Conclusions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Annual TPRM compliance report ready for Board Audit Committee submission.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
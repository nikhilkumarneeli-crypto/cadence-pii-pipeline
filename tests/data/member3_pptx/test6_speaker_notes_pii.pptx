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CONFIDENTIAL SPEAKER NOTES:</a:t>
            </a:r>
          </a:p>
          <a:p>
            <a:r>
              <a:t>Lead coordinator: Marcus Brody (m.brody@cadencefg.example, +1 (555) 432-1098).</a:t>
            </a:r>
          </a:p>
          <a:p>
            <a:r>
              <a:t>Please escalate any direct board queries to Solveig Aarnio before Thursday.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Audit Lead Contact:</a:t>
            </a:r>
          </a:p>
          <a:p>
            <a:r>
              <a:t>Nina Rostova, Principal Auditor</a:t>
            </a:r>
          </a:p>
          <a:p>
            <a:r>
              <a:t>Email: n.rostova@cadencefg.example | Direct: +1 (555) 432-1099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Board Risk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Confidential Quarterly TPRM Review - For Board Eyes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Internal Audit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Remediation Plan for Finding 2025-04: Third-Party Access Reviews.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
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Cadence Executive Committee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/>
            </a:pPr>
            <a:r>
              <a:t>Eleanor Vance</a:t>
            </a:r>
          </a:p>
          <a:p>
            <a:r>
              <a:t>Managing Director, Global Treasury</a:t>
            </a:r>
          </a:p>
          <a:p>
            <a:r>
              <a:t>Email: e.vance@cadencefg.example</a:t>
            </a:r>
          </a:p>
          <a:p>
            <a:r>
              <a:t>Direct: +1 (555) 234-8901 | ID: CFG-EXEC-0101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64592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/>
            </a:pPr>
            <a:r>
              <a:t>Julian Thorne</a:t>
            </a:r>
          </a:p>
          <a:p>
            <a:r>
              <a:t>Head of Operational Resilience</a:t>
            </a:r>
          </a:p>
          <a:p>
            <a:r>
              <a:t>Email: j.thorne@cadencefg.example</a:t>
            </a:r>
          </a:p>
          <a:p>
            <a:r>
              <a:t>Direct: +1 (555) 234-8902 | ID: CFG-EXEC-0102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Cadence Compliance Officers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t>Siddharth Rao - VP, AML &amp; Sanctions</a:t>
            </a:r>
          </a:p>
          <a:p>
            <a:r>
              <a:t>Contact: s.rao@cadencefg.example | Phone: +1 (555) 345-6789</a:t>
            </a:r>
          </a:p>
          <a:p>
            <a:pPr>
              <a:defRPr b="1"/>
            </a:pPr>
            <a:r>
              <a:t>Claire Dupont - Director, Data Privacy</a:t>
            </a:r>
          </a:p>
          <a:p>
            <a:r>
              <a:t>Contact: c.dupont@cadencefg.example | Phone: +1 (555) 345-6790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
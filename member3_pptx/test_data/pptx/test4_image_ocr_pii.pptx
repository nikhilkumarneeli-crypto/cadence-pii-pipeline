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Security Badge &amp; Visitor Pass Scans</a:t>
            </a:r>
          </a:p>
        </p:txBody>
      </p:sp>
      <p:pic>
        <p:nvPicPr>
          <p:cNvPr id="3" name="Picture 2" descr="temp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3840480" cy="1721594"/>
          </a:xfrm>
          <a:prstGeom prst="rect">
            <a:avLst/>
          </a:prstGeom>
        </p:spPr>
      </p:pic>
      <p:pic>
        <p:nvPicPr>
          <p:cNvPr id="4" name="Picture 3" descr="temp_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71600"/>
            <a:ext cx="3840480" cy="1589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